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DDC25A-3BB4-417E-A253-0A76CB3E3CF0}" v="12" dt="2026-07-15T05:17:18.20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kha Kadam" userId="3da808a227d536c0" providerId="LiveId" clId="{94B22E13-E119-4E64-A7CF-786A418AED71}"/>
    <pc:docChg chg="undo redo custSel addSld delSld modSld sldOrd">
      <pc:chgData name="Vishakha Kadam" userId="3da808a227d536c0" providerId="LiveId" clId="{94B22E13-E119-4E64-A7CF-786A418AED71}" dt="2026-07-15T05:19:02.472" v="299"/>
      <pc:docMkLst>
        <pc:docMk/>
      </pc:docMkLst>
      <pc:sldChg chg="addSp delSp modSp mod">
        <pc:chgData name="Vishakha Kadam" userId="3da808a227d536c0" providerId="LiveId" clId="{94B22E13-E119-4E64-A7CF-786A418AED71}" dt="2026-07-14T13:48:13.583" v="72" actId="1076"/>
        <pc:sldMkLst>
          <pc:docMk/>
          <pc:sldMk cId="0" sldId="257"/>
        </pc:sldMkLst>
        <pc:spChg chg="del mod">
          <ac:chgData name="Vishakha Kadam" userId="3da808a227d536c0" providerId="LiveId" clId="{94B22E13-E119-4E64-A7CF-786A418AED71}" dt="2026-07-14T12:09:36.795" v="28"/>
          <ac:spMkLst>
            <pc:docMk/>
            <pc:sldMk cId="0" sldId="257"/>
            <ac:spMk id="3" creationId="{B0B023FA-CFEB-ACE9-8425-7E72E307CDC5}"/>
          </ac:spMkLst>
        </pc:spChg>
        <pc:spChg chg="add del">
          <ac:chgData name="Vishakha Kadam" userId="3da808a227d536c0" providerId="LiveId" clId="{94B22E13-E119-4E64-A7CF-786A418AED71}" dt="2026-07-14T12:11:17.347" v="66" actId="478"/>
          <ac:spMkLst>
            <pc:docMk/>
            <pc:sldMk cId="0" sldId="257"/>
            <ac:spMk id="6" creationId="{4263A2B8-C892-9BEE-7027-6F7888CCC733}"/>
          </ac:spMkLst>
        </pc:spChg>
        <pc:graphicFrameChg chg="modGraphic">
          <ac:chgData name="Vishakha Kadam" userId="3da808a227d536c0" providerId="LiveId" clId="{94B22E13-E119-4E64-A7CF-786A418AED71}" dt="2026-07-14T12:11:13.019" v="64" actId="20577"/>
          <ac:graphicFrameMkLst>
            <pc:docMk/>
            <pc:sldMk cId="0" sldId="257"/>
            <ac:graphicFrameMk id="96" creationId="{00000000-0000-0000-0000-000000000000}"/>
          </ac:graphicFrameMkLst>
        </pc:graphicFrameChg>
        <pc:picChg chg="del">
          <ac:chgData name="Vishakha Kadam" userId="3da808a227d536c0" providerId="LiveId" clId="{94B22E13-E119-4E64-A7CF-786A418AED71}" dt="2026-07-14T13:48:04.271" v="68" actId="478"/>
          <ac:picMkLst>
            <pc:docMk/>
            <pc:sldMk cId="0" sldId="257"/>
            <ac:picMk id="5" creationId="{044F53B8-08A2-F4C1-6F55-95DE237494C0}"/>
          </ac:picMkLst>
        </pc:picChg>
        <pc:picChg chg="add mod">
          <ac:chgData name="Vishakha Kadam" userId="3da808a227d536c0" providerId="LiveId" clId="{94B22E13-E119-4E64-A7CF-786A418AED71}" dt="2026-07-14T13:48:13.583" v="72" actId="1076"/>
          <ac:picMkLst>
            <pc:docMk/>
            <pc:sldMk cId="0" sldId="257"/>
            <ac:picMk id="9" creationId="{650CA317-3B66-CC5A-FEDD-9319D21E08ED}"/>
          </ac:picMkLst>
        </pc:picChg>
      </pc:sldChg>
      <pc:sldChg chg="addSp delSp modSp mod">
        <pc:chgData name="Vishakha Kadam" userId="3da808a227d536c0" providerId="LiveId" clId="{94B22E13-E119-4E64-A7CF-786A418AED71}" dt="2026-07-15T03:33:44.440" v="85" actId="1076"/>
        <pc:sldMkLst>
          <pc:docMk/>
          <pc:sldMk cId="0" sldId="262"/>
        </pc:sldMkLst>
        <pc:picChg chg="del">
          <ac:chgData name="Vishakha Kadam" userId="3da808a227d536c0" providerId="LiveId" clId="{94B22E13-E119-4E64-A7CF-786A418AED71}" dt="2026-07-15T03:33:05.884" v="79" actId="478"/>
          <ac:picMkLst>
            <pc:docMk/>
            <pc:sldMk cId="0" sldId="262"/>
            <ac:picMk id="3" creationId="{81932CE2-F219-0CA8-0102-55B8C682B8A2}"/>
          </ac:picMkLst>
        </pc:picChg>
        <pc:picChg chg="add mod">
          <ac:chgData name="Vishakha Kadam" userId="3da808a227d536c0" providerId="LiveId" clId="{94B22E13-E119-4E64-A7CF-786A418AED71}" dt="2026-07-15T03:33:44.440" v="85" actId="1076"/>
          <ac:picMkLst>
            <pc:docMk/>
            <pc:sldMk cId="0" sldId="262"/>
            <ac:picMk id="5" creationId="{57403DE7-62E0-515C-8175-9FDF3B6AA40C}"/>
          </ac:picMkLst>
        </pc:picChg>
      </pc:sldChg>
      <pc:sldChg chg="modSp">
        <pc:chgData name="Vishakha Kadam" userId="3da808a227d536c0" providerId="LiveId" clId="{94B22E13-E119-4E64-A7CF-786A418AED71}" dt="2026-07-15T05:02:20.756" v="193"/>
        <pc:sldMkLst>
          <pc:docMk/>
          <pc:sldMk cId="0" sldId="264"/>
        </pc:sldMkLst>
        <pc:spChg chg="mod">
          <ac:chgData name="Vishakha Kadam" userId="3da808a227d536c0" providerId="LiveId" clId="{94B22E13-E119-4E64-A7CF-786A418AED71}" dt="2026-07-15T05:02:20.756" v="193"/>
          <ac:spMkLst>
            <pc:docMk/>
            <pc:sldMk cId="0" sldId="264"/>
            <ac:spMk id="3" creationId="{322462E8-EB3A-DA7D-44CB-4E757803A755}"/>
          </ac:spMkLst>
        </pc:spChg>
      </pc:sldChg>
      <pc:sldChg chg="del">
        <pc:chgData name="Vishakha Kadam" userId="3da808a227d536c0" providerId="LiveId" clId="{94B22E13-E119-4E64-A7CF-786A418AED71}" dt="2026-07-15T03:25:44.259" v="78" actId="47"/>
        <pc:sldMkLst>
          <pc:docMk/>
          <pc:sldMk cId="2115484872" sldId="277"/>
        </pc:sldMkLst>
      </pc:sldChg>
      <pc:sldChg chg="modSp mod">
        <pc:chgData name="Vishakha Kadam" userId="3da808a227d536c0" providerId="LiveId" clId="{94B22E13-E119-4E64-A7CF-786A418AED71}" dt="2026-07-15T03:34:31.437" v="115" actId="20577"/>
        <pc:sldMkLst>
          <pc:docMk/>
          <pc:sldMk cId="3764405840" sldId="278"/>
        </pc:sldMkLst>
        <pc:spChg chg="mod">
          <ac:chgData name="Vishakha Kadam" userId="3da808a227d536c0" providerId="LiveId" clId="{94B22E13-E119-4E64-A7CF-786A418AED71}" dt="2026-07-15T03:34:31.437" v="115" actId="20577"/>
          <ac:spMkLst>
            <pc:docMk/>
            <pc:sldMk cId="3764405840" sldId="278"/>
            <ac:spMk id="3" creationId="{4A7608B5-9906-EFCF-959A-E89FC2E3EE19}"/>
          </ac:spMkLst>
        </pc:spChg>
      </pc:sldChg>
      <pc:sldChg chg="addSp delSp modSp mod">
        <pc:chgData name="Vishakha Kadam" userId="3da808a227d536c0" providerId="LiveId" clId="{94B22E13-E119-4E64-A7CF-786A418AED71}" dt="2026-07-15T05:10:29.190" v="232" actId="1076"/>
        <pc:sldMkLst>
          <pc:docMk/>
          <pc:sldMk cId="2772501912" sldId="279"/>
        </pc:sldMkLst>
        <pc:spChg chg="mod">
          <ac:chgData name="Vishakha Kadam" userId="3da808a227d536c0" providerId="LiveId" clId="{94B22E13-E119-4E64-A7CF-786A418AED71}" dt="2026-07-15T04:21:34.838" v="138" actId="20577"/>
          <ac:spMkLst>
            <pc:docMk/>
            <pc:sldMk cId="2772501912" sldId="279"/>
            <ac:spMk id="2" creationId="{B64CF172-D2AF-03D8-F919-AA7827A0D969}"/>
          </ac:spMkLst>
        </pc:spChg>
        <pc:picChg chg="add del mod">
          <ac:chgData name="Vishakha Kadam" userId="3da808a227d536c0" providerId="LiveId" clId="{94B22E13-E119-4E64-A7CF-786A418AED71}" dt="2026-07-15T04:22:09.492" v="143" actId="478"/>
          <ac:picMkLst>
            <pc:docMk/>
            <pc:sldMk cId="2772501912" sldId="279"/>
            <ac:picMk id="4" creationId="{17B2F3CF-B7F0-8504-914C-B9D1A8681B4E}"/>
          </ac:picMkLst>
        </pc:picChg>
        <pc:picChg chg="del">
          <ac:chgData name="Vishakha Kadam" userId="3da808a227d536c0" providerId="LiveId" clId="{94B22E13-E119-4E64-A7CF-786A418AED71}" dt="2026-07-15T03:36:07.187" v="116" actId="478"/>
          <ac:picMkLst>
            <pc:docMk/>
            <pc:sldMk cId="2772501912" sldId="279"/>
            <ac:picMk id="4" creationId="{C597681A-DF93-B190-DD21-CBAEDA4E3CBF}"/>
          </ac:picMkLst>
        </pc:picChg>
        <pc:picChg chg="add del mod">
          <ac:chgData name="Vishakha Kadam" userId="3da808a227d536c0" providerId="LiveId" clId="{94B22E13-E119-4E64-A7CF-786A418AED71}" dt="2026-07-15T04:21:39.827" v="139" actId="478"/>
          <ac:picMkLst>
            <pc:docMk/>
            <pc:sldMk cId="2772501912" sldId="279"/>
            <ac:picMk id="5" creationId="{952A7402-A987-1250-F22B-B263A463A250}"/>
          </ac:picMkLst>
        </pc:picChg>
        <pc:picChg chg="add del mod">
          <ac:chgData name="Vishakha Kadam" userId="3da808a227d536c0" providerId="LiveId" clId="{94B22E13-E119-4E64-A7CF-786A418AED71}" dt="2026-07-15T04:22:09.492" v="143" actId="478"/>
          <ac:picMkLst>
            <pc:docMk/>
            <pc:sldMk cId="2772501912" sldId="279"/>
            <ac:picMk id="7" creationId="{F9875EEE-8D37-6C53-A899-91E649710944}"/>
          </ac:picMkLst>
        </pc:picChg>
        <pc:picChg chg="add del mod">
          <ac:chgData name="Vishakha Kadam" userId="3da808a227d536c0" providerId="LiveId" clId="{94B22E13-E119-4E64-A7CF-786A418AED71}" dt="2026-07-15T04:22:09.492" v="143" actId="478"/>
          <ac:picMkLst>
            <pc:docMk/>
            <pc:sldMk cId="2772501912" sldId="279"/>
            <ac:picMk id="9" creationId="{10943906-35DC-6EE1-DDC2-68610852E125}"/>
          </ac:picMkLst>
        </pc:picChg>
        <pc:picChg chg="add del mod">
          <ac:chgData name="Vishakha Kadam" userId="3da808a227d536c0" providerId="LiveId" clId="{94B22E13-E119-4E64-A7CF-786A418AED71}" dt="2026-07-15T04:22:09.492" v="143" actId="478"/>
          <ac:picMkLst>
            <pc:docMk/>
            <pc:sldMk cId="2772501912" sldId="279"/>
            <ac:picMk id="11" creationId="{3450200D-6519-DDED-7B12-8E092DC7D3BC}"/>
          </ac:picMkLst>
        </pc:picChg>
        <pc:picChg chg="add del mod">
          <ac:chgData name="Vishakha Kadam" userId="3da808a227d536c0" providerId="LiveId" clId="{94B22E13-E119-4E64-A7CF-786A418AED71}" dt="2026-07-15T04:22:09.492" v="143" actId="478"/>
          <ac:picMkLst>
            <pc:docMk/>
            <pc:sldMk cId="2772501912" sldId="279"/>
            <ac:picMk id="13" creationId="{65BF178B-57D1-8D2A-7E4C-0E582613CC03}"/>
          </ac:picMkLst>
        </pc:picChg>
        <pc:picChg chg="add del mod">
          <ac:chgData name="Vishakha Kadam" userId="3da808a227d536c0" providerId="LiveId" clId="{94B22E13-E119-4E64-A7CF-786A418AED71}" dt="2026-07-15T04:25:05.873" v="160" actId="478"/>
          <ac:picMkLst>
            <pc:docMk/>
            <pc:sldMk cId="2772501912" sldId="279"/>
            <ac:picMk id="15" creationId="{650EBC14-6892-8FA0-7D4D-B1674F1CBC31}"/>
          </ac:picMkLst>
        </pc:picChg>
        <pc:picChg chg="add del mod">
          <ac:chgData name="Vishakha Kadam" userId="3da808a227d536c0" providerId="LiveId" clId="{94B22E13-E119-4E64-A7CF-786A418AED71}" dt="2026-07-15T04:25:01.886" v="158" actId="478"/>
          <ac:picMkLst>
            <pc:docMk/>
            <pc:sldMk cId="2772501912" sldId="279"/>
            <ac:picMk id="17" creationId="{B4F25041-56AB-0CD6-0E25-E64BEFDB034F}"/>
          </ac:picMkLst>
        </pc:picChg>
        <pc:picChg chg="add del mod">
          <ac:chgData name="Vishakha Kadam" userId="3da808a227d536c0" providerId="LiveId" clId="{94B22E13-E119-4E64-A7CF-786A418AED71}" dt="2026-07-15T04:25:03.961" v="159" actId="478"/>
          <ac:picMkLst>
            <pc:docMk/>
            <pc:sldMk cId="2772501912" sldId="279"/>
            <ac:picMk id="19" creationId="{B14F63D6-7BC3-284B-38D5-2CE758729D27}"/>
          </ac:picMkLst>
        </pc:picChg>
        <pc:picChg chg="add mod">
          <ac:chgData name="Vishakha Kadam" userId="3da808a227d536c0" providerId="LiveId" clId="{94B22E13-E119-4E64-A7CF-786A418AED71}" dt="2026-07-15T05:10:25.785" v="231" actId="1076"/>
          <ac:picMkLst>
            <pc:docMk/>
            <pc:sldMk cId="2772501912" sldId="279"/>
            <ac:picMk id="21" creationId="{03D194DF-3391-689E-1B20-170093FCFDCE}"/>
          </ac:picMkLst>
        </pc:picChg>
        <pc:picChg chg="add del mod">
          <ac:chgData name="Vishakha Kadam" userId="3da808a227d536c0" providerId="LiveId" clId="{94B22E13-E119-4E64-A7CF-786A418AED71}" dt="2026-07-15T04:27:32.887" v="171" actId="478"/>
          <ac:picMkLst>
            <pc:docMk/>
            <pc:sldMk cId="2772501912" sldId="279"/>
            <ac:picMk id="23" creationId="{E12C4689-A8E6-FE27-BA71-1373B40EE9B7}"/>
          </ac:picMkLst>
        </pc:picChg>
        <pc:picChg chg="add mod">
          <ac:chgData name="Vishakha Kadam" userId="3da808a227d536c0" providerId="LiveId" clId="{94B22E13-E119-4E64-A7CF-786A418AED71}" dt="2026-07-15T05:10:29.190" v="232" actId="1076"/>
          <ac:picMkLst>
            <pc:docMk/>
            <pc:sldMk cId="2772501912" sldId="279"/>
            <ac:picMk id="25" creationId="{1BF98640-9E7B-BAB4-416B-D74F4EC26801}"/>
          </ac:picMkLst>
        </pc:picChg>
      </pc:sldChg>
      <pc:sldChg chg="addSp delSp modSp add del mod">
        <pc:chgData name="Vishakha Kadam" userId="3da808a227d536c0" providerId="LiveId" clId="{94B22E13-E119-4E64-A7CF-786A418AED71}" dt="2026-07-15T05:18:22.041" v="297" actId="255"/>
        <pc:sldMkLst>
          <pc:docMk/>
          <pc:sldMk cId="328526394" sldId="281"/>
        </pc:sldMkLst>
        <pc:spChg chg="del mod">
          <ac:chgData name="Vishakha Kadam" userId="3da808a227d536c0" providerId="LiveId" clId="{94B22E13-E119-4E64-A7CF-786A418AED71}" dt="2026-07-15T05:15:14.726" v="242"/>
          <ac:spMkLst>
            <pc:docMk/>
            <pc:sldMk cId="328526394" sldId="281"/>
            <ac:spMk id="2" creationId="{9BB86949-7ED1-C43B-B1E3-5122BB67A596}"/>
          </ac:spMkLst>
        </pc:spChg>
        <pc:spChg chg="mod">
          <ac:chgData name="Vishakha Kadam" userId="3da808a227d536c0" providerId="LiveId" clId="{94B22E13-E119-4E64-A7CF-786A418AED71}" dt="2026-07-15T05:16:08.780" v="288" actId="20577"/>
          <ac:spMkLst>
            <pc:docMk/>
            <pc:sldMk cId="328526394" sldId="281"/>
            <ac:spMk id="135" creationId="{2A145802-2DD3-EEBA-7D44-210C05B98C91}"/>
          </ac:spMkLst>
        </pc:spChg>
        <pc:graphicFrameChg chg="add mod">
          <ac:chgData name="Vishakha Kadam" userId="3da808a227d536c0" providerId="LiveId" clId="{94B22E13-E119-4E64-A7CF-786A418AED71}" dt="2026-07-15T05:14:49.311" v="235"/>
          <ac:graphicFrameMkLst>
            <pc:docMk/>
            <pc:sldMk cId="328526394" sldId="281"/>
            <ac:graphicFrameMk id="3" creationId="{92C982B1-F6E8-5880-E6DA-1B8A820C474F}"/>
          </ac:graphicFrameMkLst>
        </pc:graphicFrameChg>
        <pc:graphicFrameChg chg="add mod">
          <ac:chgData name="Vishakha Kadam" userId="3da808a227d536c0" providerId="LiveId" clId="{94B22E13-E119-4E64-A7CF-786A418AED71}" dt="2026-07-15T05:14:56.949" v="236"/>
          <ac:graphicFrameMkLst>
            <pc:docMk/>
            <pc:sldMk cId="328526394" sldId="281"/>
            <ac:graphicFrameMk id="4" creationId="{FF3ACD1E-6EFF-48E4-3E28-9A71C3933AF2}"/>
          </ac:graphicFrameMkLst>
        </pc:graphicFrameChg>
        <pc:graphicFrameChg chg="add mod modGraphic">
          <ac:chgData name="Vishakha Kadam" userId="3da808a227d536c0" providerId="LiveId" clId="{94B22E13-E119-4E64-A7CF-786A418AED71}" dt="2026-07-15T05:18:22.041" v="297" actId="255"/>
          <ac:graphicFrameMkLst>
            <pc:docMk/>
            <pc:sldMk cId="328526394" sldId="281"/>
            <ac:graphicFrameMk id="5" creationId="{DB778C52-1D55-7A37-725D-EDF6BA4AA5E3}"/>
          </ac:graphicFrameMkLst>
        </pc:graphicFrameChg>
      </pc:sldChg>
      <pc:sldChg chg="modSp mod">
        <pc:chgData name="Vishakha Kadam" userId="3da808a227d536c0" providerId="LiveId" clId="{94B22E13-E119-4E64-A7CF-786A418AED71}" dt="2026-07-15T04:08:37.960" v="129" actId="20577"/>
        <pc:sldMkLst>
          <pc:docMk/>
          <pc:sldMk cId="2952584201" sldId="282"/>
        </pc:sldMkLst>
        <pc:spChg chg="mod">
          <ac:chgData name="Vishakha Kadam" userId="3da808a227d536c0" providerId="LiveId" clId="{94B22E13-E119-4E64-A7CF-786A418AED71}" dt="2026-07-15T04:08:37.960" v="129" actId="20577"/>
          <ac:spMkLst>
            <pc:docMk/>
            <pc:sldMk cId="2952584201" sldId="282"/>
            <ac:spMk id="2" creationId="{C6F6745E-14BA-0766-CE1E-32E29663832D}"/>
          </ac:spMkLst>
        </pc:spChg>
      </pc:sldChg>
      <pc:sldChg chg="modSp mod">
        <pc:chgData name="Vishakha Kadam" userId="3da808a227d536c0" providerId="LiveId" clId="{94B22E13-E119-4E64-A7CF-786A418AED71}" dt="2026-07-15T05:18:03.791" v="296" actId="255"/>
        <pc:sldMkLst>
          <pc:docMk/>
          <pc:sldMk cId="2290294991" sldId="285"/>
        </pc:sldMkLst>
        <pc:spChg chg="mod">
          <ac:chgData name="Vishakha Kadam" userId="3da808a227d536c0" providerId="LiveId" clId="{94B22E13-E119-4E64-A7CF-786A418AED71}" dt="2026-07-15T05:18:03.791" v="296" actId="255"/>
          <ac:spMkLst>
            <pc:docMk/>
            <pc:sldMk cId="2290294991" sldId="285"/>
            <ac:spMk id="2" creationId="{4A1BF701-ABCA-4DF0-8330-B6AF71EF8E39}"/>
          </ac:spMkLst>
        </pc:spChg>
      </pc:sldChg>
      <pc:sldChg chg="modSp mod ord">
        <pc:chgData name="Vishakha Kadam" userId="3da808a227d536c0" providerId="LiveId" clId="{94B22E13-E119-4E64-A7CF-786A418AED71}" dt="2026-07-15T05:19:02.472" v="299"/>
        <pc:sldMkLst>
          <pc:docMk/>
          <pc:sldMk cId="917964102" sldId="286"/>
        </pc:sldMkLst>
        <pc:spChg chg="mod">
          <ac:chgData name="Vishakha Kadam" userId="3da808a227d536c0" providerId="LiveId" clId="{94B22E13-E119-4E64-A7CF-786A418AED71}" dt="2026-07-15T05:09:58.336" v="228" actId="14100"/>
          <ac:spMkLst>
            <pc:docMk/>
            <pc:sldMk cId="917964102" sldId="286"/>
            <ac:spMk id="3" creationId="{ED65F54F-855A-0DB6-09A6-3212C5F7405B}"/>
          </ac:spMkLst>
        </pc:spChg>
      </pc:sldChg>
      <pc:sldChg chg="modSp mod">
        <pc:chgData name="Vishakha Kadam" userId="3da808a227d536c0" providerId="LiveId" clId="{94B22E13-E119-4E64-A7CF-786A418AED71}" dt="2026-07-15T05:07:58.366" v="227" actId="20577"/>
        <pc:sldMkLst>
          <pc:docMk/>
          <pc:sldMk cId="2605851928" sldId="287"/>
        </pc:sldMkLst>
        <pc:spChg chg="mod">
          <ac:chgData name="Vishakha Kadam" userId="3da808a227d536c0" providerId="LiveId" clId="{94B22E13-E119-4E64-A7CF-786A418AED71}" dt="2026-07-15T05:07:58.366" v="227" actId="20577"/>
          <ac:spMkLst>
            <pc:docMk/>
            <pc:sldMk cId="2605851928" sldId="287"/>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vishakha2609/ShopGenie-AI-Intelligent-Shopping-Assistan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0033104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Vishakha Shivaji Kadam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vishakhakadam266@gmail.com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9860823566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dirty="0">
                <a:highlight>
                  <a:srgbClr val="FFFF00"/>
                </a:highlight>
              </a:rPr>
              <a:t>E-Commerce</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5835"/>
            <a:ext cx="9581177" cy="523220"/>
          </a:xfrm>
          <a:prstGeom prst="rect">
            <a:avLst/>
          </a:prstGeom>
          <a:noFill/>
        </p:spPr>
        <p:txBody>
          <a:bodyPr wrap="square" rtlCol="0">
            <a:spAutoFit/>
          </a:bodyPr>
          <a:lstStyle/>
          <a:p>
            <a:r>
              <a:rPr lang="en-US" sz="2400" b="1" dirty="0"/>
              <a:t>Project Tile – </a:t>
            </a:r>
            <a:r>
              <a:rPr lang="en-IN" sz="2800" dirty="0" err="1">
                <a:highlight>
                  <a:srgbClr val="FFFF00"/>
                </a:highlight>
              </a:rPr>
              <a:t>ShopGenie</a:t>
            </a:r>
            <a:r>
              <a:rPr lang="en-IN" sz="2800" dirty="0">
                <a:highlight>
                  <a:srgbClr val="FFFF00"/>
                </a:highlight>
              </a:rPr>
              <a:t> AI: Intelligent Shopping Assistant</a:t>
            </a:r>
          </a:p>
        </p:txBody>
      </p:sp>
      <p:pic>
        <p:nvPicPr>
          <p:cNvPr id="9" name="Picture 8">
            <a:extLst>
              <a:ext uri="{FF2B5EF4-FFF2-40B4-BE49-F238E27FC236}">
                <a16:creationId xmlns:a16="http://schemas.microsoft.com/office/drawing/2014/main" id="{650CA317-3B66-CC5A-FEDD-9319D21E08ED}"/>
              </a:ext>
            </a:extLst>
          </p:cNvPr>
          <p:cNvPicPr>
            <a:picLocks noChangeAspect="1"/>
          </p:cNvPicPr>
          <p:nvPr/>
        </p:nvPicPr>
        <p:blipFill>
          <a:blip r:embed="rId3"/>
          <a:stretch>
            <a:fillRect/>
          </a:stretch>
        </p:blipFill>
        <p:spPr>
          <a:xfrm>
            <a:off x="4082040" y="3628230"/>
            <a:ext cx="991556" cy="9963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785652"/>
          </a:xfrm>
          <a:prstGeom prst="rect">
            <a:avLst/>
          </a:prstGeom>
          <a:noFill/>
        </p:spPr>
        <p:txBody>
          <a:bodyPr wrap="square" rtlCol="0">
            <a:spAutoFit/>
          </a:bodyPr>
          <a:lstStyle/>
          <a:p>
            <a:pPr fontAlgn="base"/>
            <a:r>
              <a:rPr lang="en-US" sz="1600" b="1" dirty="0"/>
              <a:t>Problem Statement : </a:t>
            </a:r>
            <a:r>
              <a:rPr lang="en-IN" sz="1600" b="1" dirty="0"/>
              <a:t>Intelligent Shopping Agent</a:t>
            </a:r>
          </a:p>
          <a:p>
            <a:pPr fontAlgn="base"/>
            <a:endParaRPr lang="en-US" sz="1600" b="1" dirty="0"/>
          </a:p>
          <a:p>
            <a:pPr fontAlgn="base"/>
            <a:r>
              <a:rPr lang="en-US" sz="1600" b="1" dirty="0"/>
              <a:t>The Challenge</a:t>
            </a:r>
            <a:r>
              <a:rPr lang="en-US" sz="1600" dirty="0"/>
              <a:t> </a:t>
            </a:r>
          </a:p>
          <a:p>
            <a:pPr fontAlgn="base"/>
            <a:r>
              <a:rPr lang="en-IN" sz="1600" dirty="0"/>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a:t>
            </a:r>
          </a:p>
          <a:p>
            <a:pPr fontAlgn="base"/>
            <a:endParaRPr lang="en-US" sz="1600" dirty="0"/>
          </a:p>
          <a:p>
            <a:pPr fontAlgn="base"/>
            <a:r>
              <a:rPr lang="en-US" sz="1600" b="1" dirty="0"/>
              <a:t>The Objective</a:t>
            </a:r>
            <a:r>
              <a:rPr lang="en-US" sz="1600" dirty="0"/>
              <a:t> </a:t>
            </a:r>
          </a:p>
          <a:p>
            <a:r>
              <a:rPr lang="en-IN" sz="1600" dirty="0"/>
              <a:t>Build an agentic AI shopping assistant that provides intelligent, personalized, and real-time support. The solution should: </a:t>
            </a:r>
          </a:p>
          <a:p>
            <a:pPr marL="342900" indent="-342900">
              <a:buAutoNum type="arabicPeriod"/>
            </a:pPr>
            <a:r>
              <a:rPr lang="en-IN" sz="1600" b="1" dirty="0"/>
              <a:t>Fuse Multisource Data</a:t>
            </a:r>
            <a:endParaRPr lang="en-IN" sz="1600" dirty="0"/>
          </a:p>
          <a:p>
            <a:pPr marL="342900" indent="-342900">
              <a:buAutoNum type="arabicPeriod"/>
            </a:pPr>
            <a:r>
              <a:rPr lang="en-IN" sz="1600" b="1" dirty="0"/>
              <a:t>Enable Multimodal Search</a:t>
            </a:r>
            <a:endParaRPr lang="en-IN" sz="1600" dirty="0"/>
          </a:p>
          <a:p>
            <a:pPr marL="342900" indent="-342900">
              <a:buAutoNum type="arabicPeriod"/>
            </a:pPr>
            <a:r>
              <a:rPr lang="en-IN" sz="1600" b="1" dirty="0"/>
              <a:t>Create a Predictive &amp; Agentic </a:t>
            </a:r>
            <a:r>
              <a:rPr lang="en-IN" sz="1600" b="1" dirty="0" err="1"/>
              <a:t>LayerVisualize</a:t>
            </a:r>
            <a:r>
              <a:rPr lang="en-IN" sz="1600" b="1" dirty="0"/>
              <a:t> Smart Shopping Pulse</a:t>
            </a:r>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249244" cy="3693319"/>
          </a:xfrm>
          <a:prstGeom prst="rect">
            <a:avLst/>
          </a:prstGeom>
          <a:noFill/>
        </p:spPr>
        <p:txBody>
          <a:bodyPr wrap="square" rtlCol="0">
            <a:spAutoFit/>
          </a:bodyPr>
          <a:lstStyle/>
          <a:p>
            <a:r>
              <a:rPr lang="en-IN" sz="1800" dirty="0"/>
              <a:t>The proposed solution is an </a:t>
            </a:r>
            <a:r>
              <a:rPr lang="en-IN" sz="1800" b="1" dirty="0"/>
              <a:t>AI-powered Intelligent Shopping Agent</a:t>
            </a:r>
            <a:r>
              <a:rPr lang="en-IN" sz="1800" dirty="0"/>
              <a:t> built using </a:t>
            </a:r>
            <a:r>
              <a:rPr lang="en-IN" sz="1800" b="1" dirty="0"/>
              <a:t>IBM </a:t>
            </a:r>
            <a:r>
              <a:rPr lang="en-IN" sz="1800" b="1" dirty="0" err="1"/>
              <a:t>watsonx</a:t>
            </a:r>
            <a:r>
              <a:rPr lang="en-IN" sz="1800" b="1" dirty="0"/>
              <a:t> Orchestrate, </a:t>
            </a:r>
            <a:r>
              <a:rPr lang="en-IN" sz="1800" b="1" dirty="0" err="1"/>
              <a:t>LangFlow</a:t>
            </a:r>
            <a:r>
              <a:rPr lang="en-IN" sz="1800" b="1" dirty="0"/>
              <a:t>, and IBM Granite Models</a:t>
            </a:r>
            <a:r>
              <a:rPr lang="en-IN" sz="1800" dirty="0"/>
              <a:t> to provide personalized and real-time shopping assistance. It helps users overcome challenges such as product overload, scattered reviews, price variations, and difficulty in choosing the right product.</a:t>
            </a:r>
          </a:p>
          <a:p>
            <a:endParaRPr lang="en-IN" sz="1800" dirty="0"/>
          </a:p>
          <a:p>
            <a:r>
              <a:rPr lang="en-IN" sz="1800" dirty="0"/>
              <a:t>The system includes four key capabilities:</a:t>
            </a:r>
          </a:p>
          <a:p>
            <a:r>
              <a:rPr lang="en-IN" sz="1800" b="1" dirty="0"/>
              <a:t>Product Discovery Agent:</a:t>
            </a:r>
            <a:r>
              <a:rPr lang="en-IN" sz="1800" dirty="0"/>
              <a:t> Finds products based on user needs, budget, and preferences. </a:t>
            </a:r>
          </a:p>
          <a:p>
            <a:r>
              <a:rPr lang="en-IN" sz="1800" b="1" dirty="0"/>
              <a:t>Recommendation Agent:</a:t>
            </a:r>
            <a:r>
              <a:rPr lang="en-IN" sz="1800" dirty="0"/>
              <a:t> Suggests personalized products and suitable alternatives. </a:t>
            </a:r>
          </a:p>
          <a:p>
            <a:r>
              <a:rPr lang="en-IN" sz="1800" b="1" dirty="0"/>
              <a:t>Review &amp; Price Intelligence Agent:</a:t>
            </a:r>
            <a:r>
              <a:rPr lang="en-IN" sz="1800" dirty="0"/>
              <a:t> </a:t>
            </a:r>
            <a:r>
              <a:rPr lang="en-IN" sz="1800" dirty="0" err="1"/>
              <a:t>Analyzes</a:t>
            </a:r>
            <a:r>
              <a:rPr lang="en-IN" sz="1800" dirty="0"/>
              <a:t> reviews, ratings, and pricing trends. </a:t>
            </a:r>
          </a:p>
          <a:p>
            <a:r>
              <a:rPr lang="en-IN" sz="1800" b="1" dirty="0"/>
              <a:t>Shopping Advisor Agent:</a:t>
            </a:r>
            <a:r>
              <a:rPr lang="en-IN" sz="1800" dirty="0"/>
              <a:t> Compares products and helps users make informed purchase decisions. </a:t>
            </a:r>
          </a:p>
          <a:p>
            <a:r>
              <a:rPr lang="en-IN" sz="1800" dirty="0"/>
              <a:t>Supporting </a:t>
            </a:r>
            <a:r>
              <a:rPr lang="en-IN" sz="1800" b="1" dirty="0"/>
              <a:t>text, voice, and image-based queries</a:t>
            </a:r>
            <a:r>
              <a:rPr lang="en-IN" sz="1800" dirty="0"/>
              <a:t>, </a:t>
            </a:r>
            <a:r>
              <a:rPr lang="en-IN" sz="1800" dirty="0" err="1"/>
              <a:t>ShopGenie</a:t>
            </a:r>
            <a:r>
              <a:rPr lang="en-IN" sz="1800" dirty="0"/>
              <a:t> AI acts as a smart shopping companion that delivers faster, personalized, and confident shopping experiences.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830997"/>
          </a:xfrm>
          <a:prstGeom prst="rect">
            <a:avLst/>
          </a:prstGeom>
          <a:noFill/>
        </p:spPr>
        <p:txBody>
          <a:bodyPr wrap="square" lIns="91440" tIns="45720" rIns="91440" bIns="45720" rtlCol="0" anchor="t">
            <a:spAutoFit/>
          </a:bodyPr>
          <a:lstStyle/>
          <a:p>
            <a:endParaRPr lang="en-US" sz="2400" b="1" dirty="0"/>
          </a:p>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13932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IN" sz="1800" b="1" dirty="0"/>
          </a:p>
          <a:p>
            <a:pPr marL="285750" indent="-285750">
              <a:buFont typeface="Arial" panose="020B0604020202020204" pitchFamily="34" charset="0"/>
              <a:buChar char="•"/>
            </a:pPr>
            <a:r>
              <a:rPr lang="en-IN" sz="1800" b="1" dirty="0"/>
              <a:t>IBM </a:t>
            </a:r>
            <a:r>
              <a:rPr lang="en-IN" sz="1800" b="1" dirty="0" err="1"/>
              <a:t>watsonx</a:t>
            </a:r>
            <a:r>
              <a:rPr lang="en-IN" sz="1800" b="1" dirty="0"/>
              <a:t> Orchestrate</a:t>
            </a:r>
            <a:r>
              <a:rPr lang="en-IN" sz="1800" dirty="0"/>
              <a:t> – For building and deploying the intelligent shopping agent and managing user interactions. </a:t>
            </a:r>
          </a:p>
          <a:p>
            <a:endParaRPr lang="en-IN" sz="1800" dirty="0"/>
          </a:p>
          <a:p>
            <a:pPr marL="285750" indent="-285750">
              <a:buFont typeface="Arial" panose="020B0604020202020204" pitchFamily="34" charset="0"/>
              <a:buChar char="•"/>
            </a:pPr>
            <a:r>
              <a:rPr lang="en-IN" sz="1800" b="1" dirty="0"/>
              <a:t>IBM Granite Models</a:t>
            </a:r>
            <a:r>
              <a:rPr lang="en-IN" sz="1800" dirty="0"/>
              <a:t> – For natural language understanding, reasoning, and generating personalized shopping responses.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IBM Cloud</a:t>
            </a:r>
            <a:r>
              <a:rPr lang="en-IN" sz="1800" dirty="0"/>
              <a:t> – Provides scalable infrastructure for running AI services.</a:t>
            </a:r>
          </a:p>
          <a:p>
            <a:pPr marL="285750" indent="-285750">
              <a:buFont typeface="Arial" panose="020B0604020202020204" pitchFamily="34" charset="0"/>
              <a:buChar char="•"/>
            </a:pPr>
            <a:r>
              <a:rPr lang="en-IN" sz="1800" dirty="0"/>
              <a:t> </a:t>
            </a:r>
          </a:p>
          <a:p>
            <a:pPr marL="285750" indent="-285750">
              <a:buFont typeface="Arial" panose="020B0604020202020204" pitchFamily="34" charset="0"/>
              <a:buChar char="•"/>
            </a:pPr>
            <a:r>
              <a:rPr lang="en-IN" sz="1800" b="1" dirty="0"/>
              <a:t>Retrieval-Augmented Generation (RAG)</a:t>
            </a:r>
            <a:r>
              <a:rPr lang="en-IN" sz="1800" dirty="0"/>
              <a:t> – For retrieving relevant product information and generating accurate responses.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Orchestrate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DB778C52-1D55-7A37-725D-EDF6BA4AA5E3}"/>
              </a:ext>
            </a:extLst>
          </p:cNvPr>
          <p:cNvGraphicFramePr>
            <a:graphicFrameLocks noGrp="1"/>
          </p:cNvGraphicFramePr>
          <p:nvPr>
            <p:extLst>
              <p:ext uri="{D42A27DB-BD31-4B8C-83A1-F6EECF244321}">
                <p14:modId xmlns:p14="http://schemas.microsoft.com/office/powerpoint/2010/main" val="4114794138"/>
              </p:ext>
            </p:extLst>
          </p:nvPr>
        </p:nvGraphicFramePr>
        <p:xfrm>
          <a:off x="786580" y="993059"/>
          <a:ext cx="10034416" cy="3773519"/>
        </p:xfrm>
        <a:graphic>
          <a:graphicData uri="http://schemas.openxmlformats.org/drawingml/2006/table">
            <a:tbl>
              <a:tblPr/>
              <a:tblGrid>
                <a:gridCol w="5017208">
                  <a:extLst>
                    <a:ext uri="{9D8B030D-6E8A-4147-A177-3AD203B41FA5}">
                      <a16:colId xmlns:a16="http://schemas.microsoft.com/office/drawing/2014/main" val="1151099675"/>
                    </a:ext>
                  </a:extLst>
                </a:gridCol>
                <a:gridCol w="5017208">
                  <a:extLst>
                    <a:ext uri="{9D8B030D-6E8A-4147-A177-3AD203B41FA5}">
                      <a16:colId xmlns:a16="http://schemas.microsoft.com/office/drawing/2014/main" val="1745391119"/>
                    </a:ext>
                  </a:extLst>
                </a:gridCol>
              </a:tblGrid>
              <a:tr h="550313">
                <a:tc>
                  <a:txBody>
                    <a:bodyPr/>
                    <a:lstStyle/>
                    <a:p>
                      <a:pPr>
                        <a:buNone/>
                      </a:pPr>
                      <a:r>
                        <a:rPr lang="en-IN" sz="1600" b="1"/>
                        <a:t>IBM watsonx Orchestrate Component</a:t>
                      </a:r>
                      <a:endParaRPr lang="en-IN" sz="1600"/>
                    </a:p>
                  </a:txBody>
                  <a:tcPr anchor="ctr">
                    <a:lnL>
                      <a:noFill/>
                    </a:lnL>
                    <a:lnR>
                      <a:noFill/>
                    </a:lnR>
                    <a:lnT>
                      <a:noFill/>
                    </a:lnT>
                    <a:lnB>
                      <a:noFill/>
                    </a:lnB>
                    <a:noFill/>
                  </a:tcPr>
                </a:tc>
                <a:tc>
                  <a:txBody>
                    <a:bodyPr/>
                    <a:lstStyle/>
                    <a:p>
                      <a:pPr>
                        <a:buNone/>
                      </a:pPr>
                      <a:r>
                        <a:rPr lang="en-IN" sz="1600" b="1"/>
                        <a:t>Purpose in ShopGenie AI</a:t>
                      </a:r>
                      <a:endParaRPr lang="en-IN" sz="1600"/>
                    </a:p>
                  </a:txBody>
                  <a:tcPr anchor="ctr">
                    <a:lnL>
                      <a:noFill/>
                    </a:lnL>
                    <a:lnR>
                      <a:noFill/>
                    </a:lnR>
                    <a:lnT>
                      <a:noFill/>
                    </a:lnT>
                    <a:lnB>
                      <a:noFill/>
                    </a:lnB>
                    <a:noFill/>
                  </a:tcPr>
                </a:tc>
                <a:extLst>
                  <a:ext uri="{0D108BD9-81ED-4DB2-BD59-A6C34878D82A}">
                    <a16:rowId xmlns:a16="http://schemas.microsoft.com/office/drawing/2014/main" val="2860086502"/>
                  </a:ext>
                </a:extLst>
              </a:tr>
              <a:tr h="550313">
                <a:tc>
                  <a:txBody>
                    <a:bodyPr/>
                    <a:lstStyle/>
                    <a:p>
                      <a:pPr>
                        <a:buNone/>
                      </a:pPr>
                      <a:r>
                        <a:rPr lang="en-IN" sz="1600" b="1"/>
                        <a:t>Chat Input</a:t>
                      </a:r>
                      <a:endParaRPr lang="en-IN" sz="1600"/>
                    </a:p>
                  </a:txBody>
                  <a:tcPr anchor="ctr">
                    <a:lnL>
                      <a:noFill/>
                    </a:lnL>
                    <a:lnR>
                      <a:noFill/>
                    </a:lnR>
                    <a:lnT>
                      <a:noFill/>
                    </a:lnT>
                    <a:lnB>
                      <a:noFill/>
                    </a:lnB>
                    <a:noFill/>
                  </a:tcPr>
                </a:tc>
                <a:tc>
                  <a:txBody>
                    <a:bodyPr/>
                    <a:lstStyle/>
                    <a:p>
                      <a:pPr>
                        <a:buNone/>
                      </a:pPr>
                      <a:r>
                        <a:rPr lang="en-IN" sz="1600"/>
                        <a:t>Accepts user shopping queries and preferences.</a:t>
                      </a:r>
                    </a:p>
                  </a:txBody>
                  <a:tcPr anchor="ctr">
                    <a:lnL>
                      <a:noFill/>
                    </a:lnL>
                    <a:lnR>
                      <a:noFill/>
                    </a:lnR>
                    <a:lnT>
                      <a:noFill/>
                    </a:lnT>
                    <a:lnB>
                      <a:noFill/>
                    </a:lnB>
                    <a:noFill/>
                  </a:tcPr>
                </a:tc>
                <a:extLst>
                  <a:ext uri="{0D108BD9-81ED-4DB2-BD59-A6C34878D82A}">
                    <a16:rowId xmlns:a16="http://schemas.microsoft.com/office/drawing/2014/main" val="2346403921"/>
                  </a:ext>
                </a:extLst>
              </a:tr>
              <a:tr h="550313">
                <a:tc>
                  <a:txBody>
                    <a:bodyPr/>
                    <a:lstStyle/>
                    <a:p>
                      <a:pPr>
                        <a:buNone/>
                      </a:pPr>
                      <a:r>
                        <a:rPr lang="en-IN" sz="1600" b="1"/>
                        <a:t>Prompt Template</a:t>
                      </a:r>
                      <a:endParaRPr lang="en-IN" sz="1600"/>
                    </a:p>
                  </a:txBody>
                  <a:tcPr anchor="ctr">
                    <a:lnL>
                      <a:noFill/>
                    </a:lnL>
                    <a:lnR>
                      <a:noFill/>
                    </a:lnR>
                    <a:lnT>
                      <a:noFill/>
                    </a:lnT>
                    <a:lnB>
                      <a:noFill/>
                    </a:lnB>
                    <a:noFill/>
                  </a:tcPr>
                </a:tc>
                <a:tc>
                  <a:txBody>
                    <a:bodyPr/>
                    <a:lstStyle/>
                    <a:p>
                      <a:pPr>
                        <a:buNone/>
                      </a:pPr>
                      <a:r>
                        <a:rPr lang="en-IN" sz="1600"/>
                        <a:t>Formats user queries and provides instructions to the AI model.</a:t>
                      </a:r>
                    </a:p>
                  </a:txBody>
                  <a:tcPr anchor="ctr">
                    <a:lnL>
                      <a:noFill/>
                    </a:lnL>
                    <a:lnR>
                      <a:noFill/>
                    </a:lnR>
                    <a:lnT>
                      <a:noFill/>
                    </a:lnT>
                    <a:lnB>
                      <a:noFill/>
                    </a:lnB>
                    <a:noFill/>
                  </a:tcPr>
                </a:tc>
                <a:extLst>
                  <a:ext uri="{0D108BD9-81ED-4DB2-BD59-A6C34878D82A}">
                    <a16:rowId xmlns:a16="http://schemas.microsoft.com/office/drawing/2014/main" val="3283860598"/>
                  </a:ext>
                </a:extLst>
              </a:tr>
              <a:tr h="935533">
                <a:tc>
                  <a:txBody>
                    <a:bodyPr/>
                    <a:lstStyle/>
                    <a:p>
                      <a:pPr>
                        <a:buNone/>
                      </a:pPr>
                      <a:r>
                        <a:rPr lang="en-IN" sz="1600" b="1" dirty="0"/>
                        <a:t>IBM Granite 4.0-8B-Instruct Model</a:t>
                      </a:r>
                      <a:endParaRPr lang="en-IN" sz="1600" dirty="0"/>
                    </a:p>
                  </a:txBody>
                  <a:tcPr anchor="ctr">
                    <a:lnL>
                      <a:noFill/>
                    </a:lnL>
                    <a:lnR>
                      <a:noFill/>
                    </a:lnR>
                    <a:lnT>
                      <a:noFill/>
                    </a:lnT>
                    <a:lnB>
                      <a:noFill/>
                    </a:lnB>
                    <a:noFill/>
                  </a:tcPr>
                </a:tc>
                <a:tc>
                  <a:txBody>
                    <a:bodyPr/>
                    <a:lstStyle/>
                    <a:p>
                      <a:pPr>
                        <a:buNone/>
                      </a:pPr>
                      <a:r>
                        <a:rPr lang="en-IN" sz="1600"/>
                        <a:t>Understands user intent and generates personalized product recommendations.</a:t>
                      </a:r>
                    </a:p>
                  </a:txBody>
                  <a:tcPr anchor="ctr">
                    <a:lnL>
                      <a:noFill/>
                    </a:lnL>
                    <a:lnR>
                      <a:noFill/>
                    </a:lnR>
                    <a:lnT>
                      <a:noFill/>
                    </a:lnT>
                    <a:lnB>
                      <a:noFill/>
                    </a:lnB>
                    <a:noFill/>
                  </a:tcPr>
                </a:tc>
                <a:extLst>
                  <a:ext uri="{0D108BD9-81ED-4DB2-BD59-A6C34878D82A}">
                    <a16:rowId xmlns:a16="http://schemas.microsoft.com/office/drawing/2014/main" val="1776356067"/>
                  </a:ext>
                </a:extLst>
              </a:tr>
              <a:tr h="550313">
                <a:tc>
                  <a:txBody>
                    <a:bodyPr/>
                    <a:lstStyle/>
                    <a:p>
                      <a:pPr>
                        <a:buNone/>
                      </a:pPr>
                      <a:r>
                        <a:rPr lang="en-IN" sz="1600" b="1" dirty="0"/>
                        <a:t>File/Data Loader</a:t>
                      </a:r>
                      <a:endParaRPr lang="en-IN" sz="1600" dirty="0"/>
                    </a:p>
                  </a:txBody>
                  <a:tcPr anchor="ctr">
                    <a:lnL>
                      <a:noFill/>
                    </a:lnL>
                    <a:lnR>
                      <a:noFill/>
                    </a:lnR>
                    <a:lnT>
                      <a:noFill/>
                    </a:lnT>
                    <a:lnB>
                      <a:noFill/>
                    </a:lnB>
                    <a:noFill/>
                  </a:tcPr>
                </a:tc>
                <a:tc>
                  <a:txBody>
                    <a:bodyPr/>
                    <a:lstStyle/>
                    <a:p>
                      <a:pPr>
                        <a:buNone/>
                      </a:pPr>
                      <a:r>
                        <a:rPr lang="en-IN" sz="1600"/>
                        <a:t>Provides product information and shopping knowledge to the AI.</a:t>
                      </a:r>
                    </a:p>
                  </a:txBody>
                  <a:tcPr anchor="ctr">
                    <a:lnL>
                      <a:noFill/>
                    </a:lnL>
                    <a:lnR>
                      <a:noFill/>
                    </a:lnR>
                    <a:lnT>
                      <a:noFill/>
                    </a:lnT>
                    <a:lnB>
                      <a:noFill/>
                    </a:lnB>
                    <a:noFill/>
                  </a:tcPr>
                </a:tc>
                <a:extLst>
                  <a:ext uri="{0D108BD9-81ED-4DB2-BD59-A6C34878D82A}">
                    <a16:rowId xmlns:a16="http://schemas.microsoft.com/office/drawing/2014/main" val="3658676412"/>
                  </a:ext>
                </a:extLst>
              </a:tr>
              <a:tr h="550313">
                <a:tc>
                  <a:txBody>
                    <a:bodyPr/>
                    <a:lstStyle/>
                    <a:p>
                      <a:pPr>
                        <a:buNone/>
                      </a:pPr>
                      <a:r>
                        <a:rPr lang="en-IN" sz="1600" b="1" dirty="0"/>
                        <a:t>Chat Output</a:t>
                      </a:r>
                      <a:endParaRPr lang="en-IN" sz="1600" dirty="0"/>
                    </a:p>
                  </a:txBody>
                  <a:tcPr anchor="ctr">
                    <a:lnL>
                      <a:noFill/>
                    </a:lnL>
                    <a:lnR>
                      <a:noFill/>
                    </a:lnR>
                    <a:lnT>
                      <a:noFill/>
                    </a:lnT>
                    <a:lnB>
                      <a:noFill/>
                    </a:lnB>
                    <a:noFill/>
                  </a:tcPr>
                </a:tc>
                <a:tc>
                  <a:txBody>
                    <a:bodyPr/>
                    <a:lstStyle/>
                    <a:p>
                      <a:pPr>
                        <a:buNone/>
                      </a:pPr>
                      <a:r>
                        <a:rPr lang="en-IN" sz="1600" dirty="0"/>
                        <a:t>Displays product recommendations and shopping guidance.</a:t>
                      </a:r>
                    </a:p>
                  </a:txBody>
                  <a:tcPr anchor="ctr">
                    <a:lnL>
                      <a:noFill/>
                    </a:lnL>
                    <a:lnR>
                      <a:noFill/>
                    </a:lnR>
                    <a:lnT>
                      <a:noFill/>
                    </a:lnT>
                    <a:lnB>
                      <a:noFill/>
                    </a:lnB>
                    <a:noFill/>
                  </a:tcPr>
                </a:tc>
                <a:extLst>
                  <a:ext uri="{0D108BD9-81ED-4DB2-BD59-A6C34878D82A}">
                    <a16:rowId xmlns:a16="http://schemas.microsoft.com/office/drawing/2014/main" val="1008997753"/>
                  </a:ext>
                </a:extLst>
              </a:tr>
            </a:tbl>
          </a:graphicData>
        </a:graphic>
      </p:graphicFrame>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Orchestrate Workflow-</a:t>
            </a:r>
            <a:endParaRPr sz="2400" b="1" dirty="0">
              <a:sym typeface="Times New Roman"/>
            </a:endParaRPr>
          </a:p>
        </p:txBody>
      </p:sp>
      <p:pic>
        <p:nvPicPr>
          <p:cNvPr id="21" name="Picture 20">
            <a:extLst>
              <a:ext uri="{FF2B5EF4-FFF2-40B4-BE49-F238E27FC236}">
                <a16:creationId xmlns:a16="http://schemas.microsoft.com/office/drawing/2014/main" id="{03D194DF-3391-689E-1B20-170093FCFDCE}"/>
              </a:ext>
            </a:extLst>
          </p:cNvPr>
          <p:cNvPicPr>
            <a:picLocks noChangeAspect="1"/>
          </p:cNvPicPr>
          <p:nvPr/>
        </p:nvPicPr>
        <p:blipFill>
          <a:blip r:embed="rId3"/>
          <a:stretch>
            <a:fillRect/>
          </a:stretch>
        </p:blipFill>
        <p:spPr>
          <a:xfrm>
            <a:off x="108279" y="665337"/>
            <a:ext cx="6193942" cy="3036567"/>
          </a:xfrm>
          <a:prstGeom prst="rect">
            <a:avLst/>
          </a:prstGeom>
        </p:spPr>
      </p:pic>
      <p:pic>
        <p:nvPicPr>
          <p:cNvPr id="25" name="Picture 24">
            <a:extLst>
              <a:ext uri="{FF2B5EF4-FFF2-40B4-BE49-F238E27FC236}">
                <a16:creationId xmlns:a16="http://schemas.microsoft.com/office/drawing/2014/main" id="{1BF98640-9E7B-BAB4-416B-D74F4EC26801}"/>
              </a:ext>
            </a:extLst>
          </p:cNvPr>
          <p:cNvPicPr>
            <a:picLocks noChangeAspect="1"/>
          </p:cNvPicPr>
          <p:nvPr/>
        </p:nvPicPr>
        <p:blipFill>
          <a:blip r:embed="rId4"/>
          <a:stretch>
            <a:fillRect/>
          </a:stretch>
        </p:blipFill>
        <p:spPr>
          <a:xfrm>
            <a:off x="5742466" y="3701904"/>
            <a:ext cx="6331423" cy="303656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57403DE7-62E0-515C-8175-9FDF3B6AA40C}"/>
              </a:ext>
            </a:extLst>
          </p:cNvPr>
          <p:cNvPicPr>
            <a:picLocks noChangeAspect="1"/>
          </p:cNvPicPr>
          <p:nvPr/>
        </p:nvPicPr>
        <p:blipFill>
          <a:blip r:embed="rId3"/>
          <a:stretch>
            <a:fillRect/>
          </a:stretch>
        </p:blipFill>
        <p:spPr>
          <a:xfrm>
            <a:off x="1641373" y="771747"/>
            <a:ext cx="8909254" cy="59395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IN" sz="1600" b="1" dirty="0"/>
              <a:t>Role of Agentic AI in </a:t>
            </a:r>
            <a:r>
              <a:rPr lang="en-IN" sz="1600" b="1" dirty="0" err="1"/>
              <a:t>ShopGenie</a:t>
            </a:r>
            <a:r>
              <a:rPr lang="en-IN" sz="1600" b="1" dirty="0"/>
              <a:t> AI</a:t>
            </a:r>
          </a:p>
          <a:p>
            <a:r>
              <a:rPr lang="en-IN" sz="1600" dirty="0"/>
              <a:t>Agentic AI enables </a:t>
            </a:r>
            <a:r>
              <a:rPr lang="en-IN" sz="1600" b="1" dirty="0" err="1"/>
              <a:t>ShopGenie</a:t>
            </a:r>
            <a:r>
              <a:rPr lang="en-IN" sz="1600" b="1" dirty="0"/>
              <a:t> AI</a:t>
            </a:r>
            <a:r>
              <a:rPr lang="en-IN" sz="1600" dirty="0"/>
              <a:t> to function as an intelligent shopping assistant rather than a basic chatbot. Powered by </a:t>
            </a:r>
            <a:r>
              <a:rPr lang="en-IN" sz="1600" b="1" dirty="0"/>
              <a:t>IBM </a:t>
            </a:r>
            <a:r>
              <a:rPr lang="en-IN" sz="1600" b="1" dirty="0" err="1"/>
              <a:t>watsonx</a:t>
            </a:r>
            <a:r>
              <a:rPr lang="en-IN" sz="1600" b="1" dirty="0"/>
              <a:t> Orchestrate</a:t>
            </a:r>
            <a:r>
              <a:rPr lang="en-IN" sz="1600" dirty="0"/>
              <a:t> and </a:t>
            </a:r>
            <a:r>
              <a:rPr lang="en-IN" sz="1600" b="1" dirty="0"/>
              <a:t>IBM Granite Models</a:t>
            </a:r>
            <a:r>
              <a:rPr lang="en-IN" sz="1600" dirty="0"/>
              <a:t>, it understands user needs and delivers personalized shopping recommendations.</a:t>
            </a:r>
          </a:p>
          <a:p>
            <a:r>
              <a:rPr lang="en-IN" sz="1600" dirty="0"/>
              <a:t>The AI agent </a:t>
            </a:r>
            <a:r>
              <a:rPr lang="en-IN" sz="1600" dirty="0" err="1"/>
              <a:t>analyzes</a:t>
            </a:r>
            <a:r>
              <a:rPr lang="en-IN" sz="1600" dirty="0"/>
              <a:t> user preferences, compares products, summarizes reviews, and suggests suitable alternatives. It considers factors such as </a:t>
            </a:r>
            <a:r>
              <a:rPr lang="en-IN" sz="1600" b="1" dirty="0"/>
              <a:t>budget, brand preferences, and product requirements</a:t>
            </a:r>
            <a:r>
              <a:rPr lang="en-IN" sz="1600" dirty="0"/>
              <a:t> to provide context-aware recommendations.</a:t>
            </a:r>
          </a:p>
          <a:p>
            <a:r>
              <a:rPr lang="en-IN" sz="1600" dirty="0"/>
              <a:t>By adapting to user inputs and evaluating product information, ratings, and features, Agentic AI helps users make informed purchase decisions.</a:t>
            </a:r>
          </a:p>
          <a:p>
            <a:r>
              <a:rPr lang="en-IN" sz="1600" b="1" dirty="0"/>
              <a:t>Overall, Agentic AI makes </a:t>
            </a:r>
            <a:r>
              <a:rPr lang="en-IN" sz="1600" b="1" dirty="0" err="1"/>
              <a:t>ShopGenie</a:t>
            </a:r>
            <a:r>
              <a:rPr lang="en-IN" sz="1600" b="1" dirty="0"/>
              <a:t> AI a proactive, personalized, and intelligent shopping companion that simplifies product discovery and improves the shopping experience.</a:t>
            </a:r>
            <a:endParaRPr lang="en-IN"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9733444" cy="3539430"/>
          </a:xfrm>
          <a:prstGeom prst="rect">
            <a:avLst/>
          </a:prstGeom>
          <a:noFill/>
        </p:spPr>
        <p:txBody>
          <a:bodyPr wrap="square" rtlCol="0">
            <a:spAutoFit/>
          </a:bodyPr>
          <a:lstStyle/>
          <a:p>
            <a:r>
              <a:rPr lang="en-IN" sz="1600" b="1" dirty="0"/>
              <a:t>Unique Value Proposition of </a:t>
            </a:r>
            <a:r>
              <a:rPr lang="en-IN" sz="1600" b="1" dirty="0" err="1"/>
              <a:t>ShopGenie</a:t>
            </a:r>
            <a:r>
              <a:rPr lang="en-IN" sz="1600" b="1" dirty="0"/>
              <a:t> AI</a:t>
            </a:r>
          </a:p>
          <a:p>
            <a:r>
              <a:rPr lang="en-IN" sz="1600" dirty="0" err="1"/>
              <a:t>ShopGenie</a:t>
            </a:r>
            <a:r>
              <a:rPr lang="en-IN" sz="1600" dirty="0"/>
              <a:t> AI combines </a:t>
            </a:r>
            <a:r>
              <a:rPr lang="en-IN" sz="1600" b="1" dirty="0"/>
              <a:t>Agentic AI</a:t>
            </a:r>
            <a:r>
              <a:rPr lang="en-IN" sz="1600" dirty="0"/>
              <a:t> and </a:t>
            </a:r>
            <a:r>
              <a:rPr lang="en-IN" sz="1600" b="1" dirty="0"/>
              <a:t>personalized shopping assistance</a:t>
            </a:r>
            <a:r>
              <a:rPr lang="en-IN" sz="1600" dirty="0"/>
              <a:t> to deliver a smarter shopping experience.</a:t>
            </a:r>
          </a:p>
          <a:p>
            <a:r>
              <a:rPr lang="en-IN" sz="1600" b="1" dirty="0"/>
              <a:t>Multi-Agent Intelligence</a:t>
            </a:r>
            <a:r>
              <a:rPr lang="en-IN" sz="1600" dirty="0"/>
              <a:t> – Specialized AI agents work together to understand user needs and provide accurate recommendations. </a:t>
            </a:r>
          </a:p>
          <a:p>
            <a:r>
              <a:rPr lang="en-IN" sz="1600" b="1" dirty="0"/>
              <a:t>AI-Powered Insights</a:t>
            </a:r>
            <a:r>
              <a:rPr lang="en-IN" sz="1600" dirty="0"/>
              <a:t> – </a:t>
            </a:r>
            <a:r>
              <a:rPr lang="en-IN" sz="1600" dirty="0" err="1"/>
              <a:t>Analyzes</a:t>
            </a:r>
            <a:r>
              <a:rPr lang="en-IN" sz="1600" dirty="0"/>
              <a:t> product details, ratings, and reviews to suggest the best options. </a:t>
            </a:r>
          </a:p>
          <a:p>
            <a:r>
              <a:rPr lang="en-IN" sz="1600" b="1" dirty="0"/>
              <a:t>Hyper-Personalization</a:t>
            </a:r>
            <a:r>
              <a:rPr lang="en-IN" sz="1600" dirty="0"/>
              <a:t> – Recommends products based on budget, preferences, and shopping requirements. </a:t>
            </a:r>
          </a:p>
          <a:p>
            <a:r>
              <a:rPr lang="en-IN" sz="1600" b="1" dirty="0"/>
              <a:t>Real-Time Assistance</a:t>
            </a:r>
            <a:r>
              <a:rPr lang="en-IN" sz="1600" dirty="0"/>
              <a:t> – Adapts responses according to user queries and preferences. </a:t>
            </a:r>
          </a:p>
          <a:p>
            <a:r>
              <a:rPr lang="en-IN" sz="1600" b="1" dirty="0"/>
              <a:t>Smart Decision Support</a:t>
            </a:r>
            <a:r>
              <a:rPr lang="en-IN" sz="1600" dirty="0"/>
              <a:t> – Helps users compare products and discover suitable alternatives. </a:t>
            </a:r>
          </a:p>
          <a:p>
            <a:r>
              <a:rPr lang="en-IN" sz="1600" b="1" dirty="0"/>
              <a:t>Scalable AI Platform</a:t>
            </a:r>
            <a:r>
              <a:rPr lang="en-IN" sz="1600" dirty="0"/>
              <a:t> – Built using </a:t>
            </a:r>
            <a:r>
              <a:rPr lang="en-IN" sz="1600" b="1" dirty="0"/>
              <a:t>IBM </a:t>
            </a:r>
            <a:r>
              <a:rPr lang="en-IN" sz="1600" b="1" dirty="0" err="1"/>
              <a:t>watsonx</a:t>
            </a:r>
            <a:r>
              <a:rPr lang="en-IN" sz="1600" b="1" dirty="0"/>
              <a:t> Orchestrate</a:t>
            </a:r>
            <a:r>
              <a:rPr lang="en-IN" sz="1600" dirty="0"/>
              <a:t> and </a:t>
            </a:r>
            <a:r>
              <a:rPr lang="en-IN" sz="1600" b="1" dirty="0"/>
              <a:t>IBM Granite Models</a:t>
            </a:r>
            <a:r>
              <a:rPr lang="en-IN" sz="1600" dirty="0"/>
              <a:t> for reliable and efficient AI-powered shopping guidance. </a:t>
            </a:r>
          </a:p>
          <a:p>
            <a:r>
              <a:rPr lang="en-IN" sz="1600" b="1" dirty="0"/>
              <a:t>Overall, </a:t>
            </a:r>
            <a:r>
              <a:rPr lang="en-IN" sz="1600" b="1" dirty="0" err="1"/>
              <a:t>ShopGenie</a:t>
            </a:r>
            <a:r>
              <a:rPr lang="en-IN" sz="1600" b="1" dirty="0"/>
              <a:t> AI acts as an intelligent shopping companion that helps users make faster, smarter, and more confident purchasing decisions.</a:t>
            </a:r>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https://github.com/vishakha2609/ShopGenie-AI-Intelligent-Shopping-Assistant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Files in Repo- </a:t>
            </a: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IN" sz="1600" dirty="0"/>
              <a:t>README.md </a:t>
            </a:r>
          </a:p>
          <a:p>
            <a:pPr lvl="0">
              <a:lnSpc>
                <a:spcPct val="162162"/>
              </a:lnSpc>
              <a:buClr>
                <a:srgbClr val="2B3541"/>
              </a:buClr>
              <a:buSzPts val="1850"/>
            </a:pPr>
            <a:r>
              <a:rPr lang="en-IN" sz="1600" dirty="0" err="1"/>
              <a:t>app.json</a:t>
            </a:r>
            <a:r>
              <a:rPr lang="en-IN" sz="1600" dirty="0"/>
              <a:t> </a:t>
            </a:r>
          </a:p>
          <a:p>
            <a:pPr lvl="0">
              <a:lnSpc>
                <a:spcPct val="162162"/>
              </a:lnSpc>
              <a:buClr>
                <a:srgbClr val="2B3541"/>
              </a:buClr>
              <a:buSzPts val="1850"/>
            </a:pPr>
            <a:r>
              <a:rPr lang="en-IN" sz="1600" dirty="0"/>
              <a:t>ShopGenie_Problem_Statement.pdf </a:t>
            </a:r>
          </a:p>
          <a:p>
            <a:pPr lvl="0">
              <a:lnSpc>
                <a:spcPct val="162162"/>
              </a:lnSpc>
              <a:buClr>
                <a:srgbClr val="2B3541"/>
              </a:buClr>
              <a:buSzPts val="1850"/>
            </a:pPr>
            <a:r>
              <a:rPr lang="en-IN" sz="1600" dirty="0"/>
              <a:t>ShopGenie_Project_Presentation.pptx </a:t>
            </a:r>
          </a:p>
          <a:p>
            <a:pPr lvl="0">
              <a:lnSpc>
                <a:spcPct val="162162"/>
              </a:lnSpc>
              <a:buClr>
                <a:srgbClr val="2B3541"/>
              </a:buClr>
              <a:buSzPts val="1850"/>
            </a:pPr>
            <a:r>
              <a:rPr lang="en-IN" sz="1600" dirty="0"/>
              <a:t>index.html </a:t>
            </a:r>
          </a:p>
          <a:p>
            <a:pPr lvl="0">
              <a:lnSpc>
                <a:spcPct val="162162"/>
              </a:lnSpc>
              <a:buClr>
                <a:srgbClr val="2B3541"/>
              </a:buClr>
              <a:buSzPts val="1850"/>
            </a:pPr>
            <a:r>
              <a:rPr lang="en-IN" sz="1600" dirty="0"/>
              <a:t>style.css  </a:t>
            </a:r>
          </a:p>
          <a:p>
            <a:pPr lvl="0">
              <a:lnSpc>
                <a:spcPct val="162162"/>
              </a:lnSpc>
              <a:buClr>
                <a:srgbClr val="2B3541"/>
              </a:buClr>
              <a:buSzPts val="1850"/>
            </a:pPr>
            <a:r>
              <a:rPr lang="en-IN" sz="1600" dirty="0"/>
              <a:t>javascript.js</a:t>
            </a:r>
            <a:endParaRPr lang="en-US" sz="16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Integration with E-Commerce Platforms &amp; Price Tracking Systems</a:t>
            </a:r>
            <a:r>
              <a:rPr lang="en-IN" sz="1800" dirty="0"/>
              <a:t> –</a:t>
            </a:r>
            <a:br>
              <a:rPr lang="en-IN" sz="1800" dirty="0"/>
            </a:br>
            <a:r>
              <a:rPr lang="en-IN" sz="1800" dirty="0"/>
              <a:t>The system can be integrated with multiple e-commerce platforms to collect real-time product information, prices, availability, and offers. This will enable </a:t>
            </a:r>
            <a:r>
              <a:rPr lang="en-IN" sz="1800" dirty="0" err="1"/>
              <a:t>ShopGenie</a:t>
            </a:r>
            <a:r>
              <a:rPr lang="en-IN" sz="1800" dirty="0"/>
              <a:t> AI to provide better price comparisons, detect discounts, and suggest the best time to purchase products.</a:t>
            </a:r>
          </a:p>
          <a:p>
            <a:endParaRPr lang="en-IN" sz="1800" dirty="0"/>
          </a:p>
          <a:p>
            <a:r>
              <a:rPr lang="en-IN" sz="1800" b="1" dirty="0"/>
              <a:t>2. AI-Powered Voice Assistant &amp; Multilingual Support</a:t>
            </a:r>
            <a:r>
              <a:rPr lang="en-IN" sz="1800" dirty="0"/>
              <a:t> –</a:t>
            </a:r>
            <a:br>
              <a:rPr lang="en-IN" sz="1800" dirty="0"/>
            </a:br>
            <a:r>
              <a:rPr lang="en-IN" sz="1800" dirty="0"/>
              <a:t> Enhancing the system with voice-based interaction and multiple language support will                                                                             improve accessibility and user experience. Users will be able to search products, compare    options, and receive recommendations in their preferred language, making the shopping assistant more inclusive and convenient.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86068316-6179-F244-50EA-27038E4156B0}"/>
              </a:ext>
            </a:extLst>
          </p:cNvPr>
          <p:cNvPicPr>
            <a:picLocks noChangeAspect="1"/>
          </p:cNvPicPr>
          <p:nvPr/>
        </p:nvPicPr>
        <p:blipFill>
          <a:blip r:embed="rId2"/>
          <a:stretch>
            <a:fillRect/>
          </a:stretch>
        </p:blipFill>
        <p:spPr>
          <a:xfrm>
            <a:off x="2418736" y="884488"/>
            <a:ext cx="7551277" cy="586687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53A5A807-4106-C6AC-FA2C-4AD75F18E0E2}"/>
              </a:ext>
            </a:extLst>
          </p:cNvPr>
          <p:cNvPicPr>
            <a:picLocks noChangeAspect="1"/>
          </p:cNvPicPr>
          <p:nvPr/>
        </p:nvPicPr>
        <p:blipFill>
          <a:blip r:embed="rId2"/>
          <a:stretch>
            <a:fillRect/>
          </a:stretch>
        </p:blipFill>
        <p:spPr>
          <a:xfrm>
            <a:off x="2146471" y="1332757"/>
            <a:ext cx="7899057" cy="475023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1042</TotalTime>
  <Words>926</Words>
  <Application>Microsoft Office PowerPoint</Application>
  <PresentationFormat>Widescreen</PresentationFormat>
  <Paragraphs>95</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Vishakha Kadam</cp:lastModifiedBy>
  <cp:revision>17</cp:revision>
  <dcterms:created xsi:type="dcterms:W3CDTF">2025-07-08T05:06:56Z</dcterms:created>
  <dcterms:modified xsi:type="dcterms:W3CDTF">2026-07-15T05:19:11Z</dcterms:modified>
</cp:coreProperties>
</file>